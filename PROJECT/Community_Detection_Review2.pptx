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1325880"/>
            <a:ext cx="475488" cy="475488"/>
          </a:xfrm>
          <a:prstGeom prst="ellipse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2057400"/>
            <a:ext cx="365760" cy="365760"/>
          </a:xfrm>
          <a:prstGeom prst="ellipse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3063240"/>
            <a:ext cx="566928" cy="566928"/>
          </a:xfrm>
          <a:prstGeom prst="ellipse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703320"/>
            <a:ext cx="438912" cy="438912"/>
          </a:xfrm>
          <a:prstGeom prst="ellipse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09560" y="4160520"/>
            <a:ext cx="329184" cy="329184"/>
          </a:xfrm>
          <a:prstGeom prst="ellipse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1234440"/>
            <a:ext cx="292608" cy="292608"/>
          </a:xfrm>
          <a:prstGeom prst="ellipse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1563624"/>
            <a:ext cx="996696" cy="585216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8280" y="2148840"/>
            <a:ext cx="731520" cy="1097280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98280" y="3246120"/>
            <a:ext cx="1325880" cy="640080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074152" y="3246120"/>
            <a:ext cx="1024128" cy="1033272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829800" y="1380744"/>
            <a:ext cx="740664" cy="768096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105156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5D9BFF"/>
                </a:solidFill>
                <a:latin typeface="Aptos"/>
              </a:rPr>
              <a:t>PROJECT REVIEW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00200"/>
            <a:ext cx="68580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200" b="1">
                <a:solidFill>
                  <a:srgbClr val="EEF4FF"/>
                </a:solidFill>
                <a:latin typeface="Aptos"/>
              </a:rPr>
              <a:t>COMMUNITY DETECTION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54680"/>
            <a:ext cx="66751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9B7CFF"/>
                </a:solidFill>
                <a:latin typeface="Aptos"/>
              </a:rPr>
              <a:t>Review 2 — Implementation &amp; Core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77639"/>
            <a:ext cx="6492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A5B4CC"/>
                </a:solidFill>
                <a:latin typeface="Aptos"/>
              </a:rPr>
              <a:t>Network analysis • Graph visualization • Community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9788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45D6A1"/>
                </a:solidFill>
                <a:latin typeface="Aptos"/>
              </a:rPr>
              <a:t>DSA-3  |  Team 20  |  A.Y. 2026–2027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System Modules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CSV upload accepts a dataset through the Data Input screen.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interface looks for common node and target column names and collects node IDs and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dashboard updates node, edge, and community counts based on the uploaded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A demo-analysis path displays the built-in sample summary when no file is selected.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current front-end pipeline labels content similarity as TF-IDF and detection as Louvain.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Interactive Network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graph visualizes nodes and links using SVG.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Nodes are colored by community group and labeled with IDs such as N1, N2, and so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868680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7315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>
                <a:solidFill>
                  <a:srgbClr val="EEF4FF"/>
                </a:solidFill>
                <a:latin typeface="Aptos"/>
              </a:defRPr>
            </a:pPr>
            <a:r>
              <a:t>•  Selecting a node opens a detail drawer with community, connections, interaction, similarity, and a content-signal description.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98848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90288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Graph controls include community filtering, node search, regeneration, and reset.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Community Explorer &amp;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Community Explorer table lists member counts, internal links, external links, average similarity, and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Quality Metrics presents modularity, density, and conductance.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dashboard also shows average similarity and community-size bars.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Results page summarizes partition count, strong/weak links, similarity, and key findings.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User Interface &amp;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Single-page interface built with HTML, CSS, and JavaScript.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Dark dashboard theme with sidebar navigation, cards, tables, progress bars, and responsive layout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SVG is used for network graph rendering; browser file input and FileReader read CSV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interface includes report/results export buttons and toast notifications.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Review 2 Summary &amp; Remaining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Core UI screens and graph exploration interactions are present in the supplied HTML.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current analysis behavior is a lightweight front-end demonstration, not a complete validated community-detection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868680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7315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>
                <a:solidFill>
                  <a:srgbClr val="EEF4FF"/>
                </a:solidFill>
                <a:latin typeface="Aptos"/>
              </a:defRPr>
            </a:pPr>
            <a:r>
              <a:t>•  CSV parsing currently splits lines and comma-separated values directly, so quoted commas and complex CSV cases need better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98848"/>
            <a:ext cx="10927080" cy="868680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90288"/>
            <a:ext cx="10424160" cy="7315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>
                <a:solidFill>
                  <a:srgbClr val="EEF4FF"/>
                </a:solidFill>
                <a:latin typeface="Aptos"/>
              </a:defRPr>
            </a:pPr>
            <a:r>
              <a:t>•  Next: implement real TF-IDF/graph construction/Louvain processing, validate metrics, handle parsing errors, and test large datasets.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